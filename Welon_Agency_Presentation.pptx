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Say: This report presents a comprehensive data analytics project developed during my 4-week internship at WELON AGENCY.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company and its clients. Explain that the agency had no analytics system — all decisions were made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data collection → analysis → machine learning → output dashboard. Explain each layer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you built the dataset using real client names. Show the SQL query and explain what it reveals about client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RFM methodology. Highlight Biosfera as the critical finding — 251 days inactive and 74% churn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correlation means in business context. For A/B testing, emphasize that non-significant p-values are an honest scientific finding,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K-Means clustering — what elbow method is, what the 3 clusters mean for the agency. Then explain linear regression R² score in simple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seasonal analysis helps the agency plan ahead. For budget optimization, explain the SLSQP mathematical method and what the equal distribution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Streamlit app. Navigate through each page and demonstrate the interactive features — especially the forecast sliders and budget 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personal reflections. The A/B testing honest reporting is a strong point — shows scientific integrity. Mention how Math in Business and Theory of Probability were directly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all deliverables confidently. End with future development plans — this shows you think beyond the internship.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Be ready to demonstrate the Streamlit app live if asked. Key numbers to remember: 51 campaigns, 74% Biosfera churn, R²=0.682, 10M KZT optimized.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FC3F7"/>
                </a:solidFill>
              </a:rPr>
              <a:t>WELON AGENCY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Campaign Analytics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Performance Optimization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Industrial Practice Final Report  ·  June 08 – July 04,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Aitakhmetova Sabina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9776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269748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MCS-2401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84632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Company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WELON AGENCY, TOO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39776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699516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</a:rPr>
              <a:t>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Analyst Intern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Company Overview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🏢  WELON AGENCY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📍  Astana, Kazakhstan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📅  Founded: November 2023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📋  Digital Marketing &amp; Advertising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🔢  OKED 73120 — Media placement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👤  Director: Skakovsky Dmitry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Agency Clients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Romantic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Flower shop · Almaty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Biosfera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Pharmacy chain · Almaty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Jetour Auto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Car distributor · Almaty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Kinetik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76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Sports rehab · Astana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Problem: WELON AGENCY had no data infrastructure to analyze campaign performance, segment clients, or optimize budget allocation.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— Analytics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51 campaigns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pandas · numpy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SQLite database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04288" y="2103120"/>
            <a:ext cx="201168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2514600" y="822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251460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4173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251460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RFM Segmentation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2402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251460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Correlation · A/B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063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251460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Seasonal 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53128" y="2103120"/>
            <a:ext cx="201168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66344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66344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K-Means Clustering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466344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66344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Linear Regression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01968" y="2103120"/>
            <a:ext cx="201168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6812280" y="822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681228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14173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81228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Budget Optimization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22402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681228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Plotly Dashboard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3063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681228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Streamlit App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Tools: Python · pandas · scikit-learn · scipy · SQLite · matplotlib · seaborn · Plotly · Streamlit · Jupyter Notebook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Dataset Design &amp; SQL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k-KZ" sz="2800" b="1" dirty="0">
                <a:solidFill>
                  <a:srgbClr val="4FC3F7"/>
                </a:solidFill>
              </a:rPr>
              <a:t>45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Campaigns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33472" y="822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2633472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33472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Clients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9744" y="822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09744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</a:rPr>
              <a:t>9.39M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9744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Total Spend (KZT)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86016" y="822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986016" y="8961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</a:rPr>
              <a:t>15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86016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Client Dataset Summary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02920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Industry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Campaigns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Romantic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Retail / Flowers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2.48M KZT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Biosfera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Healthcare / Pharmacy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2.03M KZT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Jetour Auto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Automotive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2.48M KZT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Kinetik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Sports Rehab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2.40M KZT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192024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57607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SQL Query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client_name,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60720" y="2542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COUNT(campaign_id)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760720" y="27980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total_campaigns,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60720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ROUND(AVG(ROI), 0)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6072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avg_roi_pct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60720" y="3566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campaigns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760720" y="3822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client_name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760720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avg_roi DESC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Result: Biosfera leads in ROI (132,375%) despite fewest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RFM Segmentation &amp; Churn Prediction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Kinetik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R: 1 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F: 14 campaigns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M: 2.40M KZT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48640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💚 Loyal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170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Churn: 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Jetour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95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R: 70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F: 14 campaigns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M: 2.48M KZT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2057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4864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💚 Loyal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Churn: 7%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Romantic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R: 190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F: 14 campaigns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M: 2.48M KZT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0175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48640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Potential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Churn: 11%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Biosfera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215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R: 251 days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F: 9 campaigns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M: 2.03M KZT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9776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548640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At Risk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4050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Churn: 74%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</a:rPr>
              <a:t>⚠️  Action Required: Biosfera shows 74% churn probability — immediate re-engagement campaign recommended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Statistical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🔥  Correlation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Budget ↔ Spend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r = 0.99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Near-perfect consistency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CVR ↔ ROI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r = 0.50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Strongest ROI predictor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CTR ↔ ROI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r = 0.38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Higher clicks = better ROI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CPC ↔ CTR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r = −0.79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High cost kills click-through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93776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🧪  A/B Testing 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Test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SMM  vs  Targeted Ads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 = 0.641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significant difference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Test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Email Marketing  vs  SEO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 = 0.656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significant difference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72554">
              <a:alpha val="7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93776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📊  Key Insight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 &gt; 0.05 means differences may be due to random variation at current sample size — data-driven decisions require more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Machine Learning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🎯  K-Means Clustering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Segmented 51 campaigns into 3 performance tiers using Elbow Method to find optimal k=3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High Performance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10 campaigns · CTR 6.89% · ROI 278K%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Medium 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25 campaigns · CTR 5.95% · ROI 88K%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Low Performance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84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16 campaigns · CTR 3.27% · ROI 85K%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📈  Linear Regression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Conversion forecasting model trained on spend, impressions, CTR, CPC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05740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R²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0.682 — explains 68.2% of variance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983480" y="2743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Conservative (100K KZT)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→ 6,788 conversions predicted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98348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Optimistic (400K KZT)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584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→ 30,873 conversions predicted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Seasonal Analysis &amp; Budget Optimization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📅  Seasonal Campaign Peaks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</a:rPr>
              <a:t>Romantic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Feb · Mar · Oct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Valentine's · Women's 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Jetour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Mar–Apr · Sep–Oct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Spring &amp; Autumn car buying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Kinetik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Jan · Sep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New Year resolutions · Sport season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Biosfera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Jan–Feb · Nov–Dec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59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Flu &amp; cold season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💡 Recommendation: Plan campaigns 4–6 weeks before seasonal peaks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77724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💰  Budget Optimization (SLSQP)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Total budget: 10,000,000 KZT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Biosfera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2,500,887 KZT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1691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132,375%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Romantic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2,500,323 KZT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127,340%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Jetour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2,499,704 KZT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2880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124,869%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Kinetik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2,499,084 KZT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115,126%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1605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064E3B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493776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Expected Revenue from 10M KZT: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1,264M KZT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Streamlit Web Application — Live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932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KPIs, spend &amp; ROI charts, campaign type 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RFM Segmentation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Client segments with recency &amp; monetary metrics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3127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ML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Churn prediction table + K-Means cluster summary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8006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0680" y="932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Campaign Forecast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Interactive sliders → real-time conversion prediction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8006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40680" y="2029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Budget Optimizer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Drag budget slider → optimal allocation + pie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84632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🌐  localhost:8501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 app.py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Reflection &amp; Key Learnings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Challenge: Small dataset (4 clients)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2252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Replaced pd.qcut with rank-based RFM scoring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Challenge: Non-significant A/B p-values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185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Reported honestly — small samples = low statistical power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Challenge: scipy.optimize not in coursework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145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Self-studied SLSQP documentation — applied Math in Business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794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Challenge: Streamlit environment conflict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1056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Used python -m streamlit run to resolve Anaconda conflict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Key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51-campaign dataset + SQLite relational database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RFM segmentation identified Biosfera at 74% churn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Correlation, A/B testing, seasonal analysis across 4 clients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K-Means clusters + Linear Regression R² = 0.682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Budget optimization model for 10M KZT allocation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8920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5-page interactive Streamlit web application deployed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40080" y="4462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Future: PostgreSQL · Google Ads API integration · XGBoost · Streamlit Cloud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C3F7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Aitakhmetova Sabina  ·  MCS-2401  ·  Astana IT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WELON AGENCY  ·  Data Analyst Intern  ·  June–July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Tools used: Python · pandas · scikit-learn · scipy · SQLite · Plotly · Streamlit · Jupyter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1260</Words>
  <Application>Microsoft Office PowerPoint</Application>
  <PresentationFormat>Экран (16:9)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WELON AGENCY Analytics — Internship Report</dc:title>
  <dc:subject>PptxGenJS Presentation</dc:subject>
  <dc:creator>PptxGenJS</dc:creator>
  <cp:lastModifiedBy>Sabina Aitakhmetova</cp:lastModifiedBy>
  <cp:revision>2</cp:revision>
  <dcterms:created xsi:type="dcterms:W3CDTF">2026-06-23T06:53:13Z</dcterms:created>
  <dcterms:modified xsi:type="dcterms:W3CDTF">2026-06-25T09:22:28Z</dcterms:modified>
</cp:coreProperties>
</file>